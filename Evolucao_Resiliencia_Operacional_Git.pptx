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F7A947D-A568-E5A3-4A6A-CA316BB29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" y="-68826"/>
            <a:ext cx="9130568" cy="7031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40AAFB-4CC8-CECC-006E-CB9112503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F10D2F5-9699-DBF4-70A7-0F4E6BE7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3043F89-6C59-7632-6FB7-D34ED9FC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28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FBF25E1-4F9C-8BD1-DA67-5A4113410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2128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E1F9075-6114-3133-FEFE-ADA1927D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6662763-4BEC-5334-717A-45A679280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9CF80FC-9C2B-8403-8548-7A60500C6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1FCCD8A-B48E-64C7-C1B2-02D2B833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DDF315D-6BEC-6F9C-7845-95C1C3C9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5B89B61-03C5-B6FF-D4A3-88276591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F670-444F-051A-6FEF-00F7BD9E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6291880-E143-B91B-6946-08A6C280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Apresentação na tela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Saulo Costa</dc:creator>
  <cp:keywords/>
  <dc:description>generated using python-pptx</dc:description>
  <cp:lastModifiedBy>Saulo Costa</cp:lastModifiedBy>
  <cp:revision>2</cp:revision>
  <dcterms:created xsi:type="dcterms:W3CDTF">2013-01-27T09:14:16Z</dcterms:created>
  <dcterms:modified xsi:type="dcterms:W3CDTF">2026-06-14T16:20:17Z</dcterms:modified>
  <cp:category/>
</cp:coreProperties>
</file>